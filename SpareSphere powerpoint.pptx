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7" r:id="rId4"/>
    <p:sldId id="262" r:id="rId5"/>
    <p:sldId id="271" r:id="rId6"/>
    <p:sldId id="264" r:id="rId7"/>
    <p:sldId id="269" r:id="rId8"/>
    <p:sldId id="259" r:id="rId9"/>
    <p:sldId id="270" r:id="rId10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smic Octo Medium" panose="020B0604020202020204" charset="0"/>
      <p:regular r:id="rId16"/>
    </p:embeddedFont>
    <p:embeddedFont>
      <p:font typeface="HK Modular" panose="020B060402020202020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  <p:embeddedFont>
      <p:font typeface="RQND Pro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9B68E-AC21-44EE-960D-5FC036F420E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63463-C843-4DB8-A697-B954ED030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6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3463-C843-4DB8-A697-B954ED0308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9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23.jpeg"/><Relationship Id="rId5" Type="http://schemas.openxmlformats.org/officeDocument/2006/relationships/image" Target="../media/image8.png"/><Relationship Id="rId10" Type="http://schemas.openxmlformats.org/officeDocument/2006/relationships/image" Target="../media/image22.png"/><Relationship Id="rId4" Type="http://schemas.openxmlformats.org/officeDocument/2006/relationships/image" Target="../media/image20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33975" y="6641164"/>
            <a:ext cx="20076706" cy="4517259"/>
          </a:xfrm>
          <a:custGeom>
            <a:avLst/>
            <a:gdLst/>
            <a:ahLst/>
            <a:cxnLst/>
            <a:rect l="l" t="t" r="r" b="b"/>
            <a:pathLst>
              <a:path w="20076706" h="4517259">
                <a:moveTo>
                  <a:pt x="0" y="0"/>
                </a:moveTo>
                <a:lnTo>
                  <a:pt x="20076706" y="0"/>
                </a:lnTo>
                <a:lnTo>
                  <a:pt x="20076706" y="4517258"/>
                </a:lnTo>
                <a:lnTo>
                  <a:pt x="0" y="4517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940196" y="-7694273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56800" y="1028700"/>
            <a:ext cx="5637276" cy="8229600"/>
          </a:xfrm>
          <a:custGeom>
            <a:avLst/>
            <a:gdLst/>
            <a:ahLst/>
            <a:cxnLst/>
            <a:rect l="l" t="t" r="r" b="b"/>
            <a:pathLst>
              <a:path w="5637276" h="8229600">
                <a:moveTo>
                  <a:pt x="0" y="0"/>
                </a:moveTo>
                <a:lnTo>
                  <a:pt x="5637276" y="0"/>
                </a:lnTo>
                <a:lnTo>
                  <a:pt x="56372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69932" y="-1017864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16059" y="3310843"/>
            <a:ext cx="4518758" cy="3665314"/>
          </a:xfrm>
          <a:custGeom>
            <a:avLst/>
            <a:gdLst/>
            <a:ahLst/>
            <a:cxnLst/>
            <a:rect l="l" t="t" r="r" b="b"/>
            <a:pathLst>
              <a:path w="4518758" h="3665314">
                <a:moveTo>
                  <a:pt x="0" y="0"/>
                </a:moveTo>
                <a:lnTo>
                  <a:pt x="4518758" y="0"/>
                </a:lnTo>
                <a:lnTo>
                  <a:pt x="4518758" y="3665314"/>
                </a:lnTo>
                <a:lnTo>
                  <a:pt x="0" y="36653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329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52565" y="3491662"/>
            <a:ext cx="4993531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6"/>
              </a:lnSpc>
              <a:spcBef>
                <a:spcPct val="0"/>
              </a:spcBef>
            </a:pPr>
            <a:r>
              <a:rPr lang="en-US" sz="6000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4904" y="4837548"/>
            <a:ext cx="8708680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6"/>
              </a:lnSpc>
              <a:spcBef>
                <a:spcPct val="0"/>
              </a:spcBef>
            </a:pPr>
            <a:r>
              <a:rPr lang="en-US" sz="6000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39251" y="7050739"/>
            <a:ext cx="6954270" cy="9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Explore our journey through innovation and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72AC4-EEC5-4D28-B5FA-99A80EAA4157}"/>
              </a:ext>
            </a:extLst>
          </p:cNvPr>
          <p:cNvSpPr txBox="1"/>
          <p:nvPr/>
        </p:nvSpPr>
        <p:spPr>
          <a:xfrm>
            <a:off x="8352568" y="2341347"/>
            <a:ext cx="76534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SpareSphere</a:t>
            </a:r>
            <a:endParaRPr lang="en-US" sz="6000" dirty="0">
              <a:solidFill>
                <a:srgbClr val="E487C9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endParaRPr lang="en-US" sz="6000" dirty="0">
              <a:latin typeface="HK Modular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034" y="-395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r="-6818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67869" y="-766229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486484" y="1773424"/>
            <a:ext cx="9315032" cy="1271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9"/>
              </a:lnSpc>
              <a:spcBef>
                <a:spcPct val="0"/>
              </a:spcBef>
            </a:pPr>
            <a:r>
              <a:rPr lang="en-US" sz="7935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Meet our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5683" y="2794502"/>
            <a:ext cx="7730706" cy="1271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9"/>
              </a:lnSpc>
              <a:spcBef>
                <a:spcPct val="0"/>
              </a:spcBef>
            </a:pPr>
            <a:r>
              <a:rPr lang="en-US" sz="7935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Team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87994" y="4731187"/>
            <a:ext cx="3081670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Nibal Malaeb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16857" y="5776626"/>
            <a:ext cx="3933250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Year BITM Student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03165" y="4727717"/>
            <a:ext cx="3081670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Ahmad Mansour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37121" y="5766814"/>
            <a:ext cx="3933250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Second Year CS Student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63601" y="4703956"/>
            <a:ext cx="4408348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Ahmad </a:t>
            </a:r>
            <a:r>
              <a:rPr lang="en-US" sz="2599" b="1" dirty="0" err="1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Elhaj</a:t>
            </a:r>
            <a:endParaRPr lang="en-US" sz="2599" b="1" dirty="0">
              <a:solidFill>
                <a:srgbClr val="E487C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244675" y="5789932"/>
            <a:ext cx="4170799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Second Year CS Student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415474" y="1134963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940200" y="-781469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32442" y="5386800"/>
            <a:ext cx="7315200" cy="2349450"/>
          </a:xfrm>
          <a:custGeom>
            <a:avLst/>
            <a:gdLst/>
            <a:ahLst/>
            <a:cxnLst/>
            <a:rect l="l" t="t" r="r" b="b"/>
            <a:pathLst>
              <a:path w="7315200" h="2349450">
                <a:moveTo>
                  <a:pt x="0" y="0"/>
                </a:moveTo>
                <a:lnTo>
                  <a:pt x="7315200" y="0"/>
                </a:lnTo>
                <a:lnTo>
                  <a:pt x="7315200" y="2349449"/>
                </a:lnTo>
                <a:lnTo>
                  <a:pt x="0" y="234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274943" y="-238991"/>
            <a:ext cx="4400101" cy="3707856"/>
          </a:xfrm>
          <a:custGeom>
            <a:avLst/>
            <a:gdLst/>
            <a:ahLst/>
            <a:cxnLst/>
            <a:rect l="l" t="t" r="r" b="b"/>
            <a:pathLst>
              <a:path w="4400101" h="3707856">
                <a:moveTo>
                  <a:pt x="0" y="0"/>
                </a:moveTo>
                <a:lnTo>
                  <a:pt x="4400101" y="0"/>
                </a:lnTo>
                <a:lnTo>
                  <a:pt x="4400101" y="3707856"/>
                </a:lnTo>
                <a:lnTo>
                  <a:pt x="0" y="3707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42630" y="7991029"/>
            <a:ext cx="4400101" cy="3707856"/>
          </a:xfrm>
          <a:custGeom>
            <a:avLst/>
            <a:gdLst/>
            <a:ahLst/>
            <a:cxnLst/>
            <a:rect l="l" t="t" r="r" b="b"/>
            <a:pathLst>
              <a:path w="4400101" h="3707856">
                <a:moveTo>
                  <a:pt x="0" y="0"/>
                </a:moveTo>
                <a:lnTo>
                  <a:pt x="4400101" y="0"/>
                </a:lnTo>
                <a:lnTo>
                  <a:pt x="4400101" y="3707856"/>
                </a:lnTo>
                <a:lnTo>
                  <a:pt x="0" y="37078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4632899" y="5662207"/>
            <a:ext cx="857542" cy="584687"/>
          </a:xfrm>
          <a:custGeom>
            <a:avLst/>
            <a:gdLst/>
            <a:ahLst/>
            <a:cxnLst/>
            <a:rect l="l" t="t" r="r" b="b"/>
            <a:pathLst>
              <a:path w="857542" h="584687">
                <a:moveTo>
                  <a:pt x="857542" y="0"/>
                </a:moveTo>
                <a:lnTo>
                  <a:pt x="0" y="0"/>
                </a:lnTo>
                <a:lnTo>
                  <a:pt x="0" y="584688"/>
                </a:lnTo>
                <a:lnTo>
                  <a:pt x="857542" y="584688"/>
                </a:lnTo>
                <a:lnTo>
                  <a:pt x="85754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5400" y="3987930"/>
            <a:ext cx="5610354" cy="117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4000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4000" y="5082239"/>
            <a:ext cx="3108899" cy="1159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3600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About 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46530" y="2803855"/>
            <a:ext cx="8002133" cy="413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63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chemeClr val="bg1"/>
                </a:solidFill>
              </a:rPr>
              <a:t>SpareSphere</a:t>
            </a:r>
            <a:r>
              <a:rPr lang="en-US" sz="2800" dirty="0">
                <a:solidFill>
                  <a:schemeClr val="bg1"/>
                </a:solidFill>
              </a:rPr>
              <a:t> is your go-to hub for high-quality tech parts.</a:t>
            </a:r>
          </a:p>
          <a:p>
            <a:pPr marL="457200" indent="-457200" algn="l">
              <a:lnSpc>
                <a:spcPts val="363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We provide everything professionals and enthusiasts need to innovate.</a:t>
            </a:r>
          </a:p>
          <a:p>
            <a:pPr marL="457200" indent="-457200" algn="l">
              <a:lnSpc>
                <a:spcPts val="363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It supports technological excellence with high-quality components.</a:t>
            </a:r>
          </a:p>
          <a:p>
            <a:pPr marL="457200" indent="-457200" algn="l">
              <a:lnSpc>
                <a:spcPts val="363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Users can take advantage of great deals, special offers, and a user-friendly interface</a:t>
            </a:r>
            <a:r>
              <a:rPr lang="en-US" sz="2800" dirty="0"/>
              <a:t>.</a:t>
            </a:r>
            <a:endParaRPr lang="en-US" sz="2599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360044" y="2266988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30833" y="-7734623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2749605" y="3598206"/>
            <a:ext cx="4737224" cy="5152812"/>
            <a:chOff x="0" y="0"/>
            <a:chExt cx="1361246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1246" cy="1480665"/>
            </a:xfrm>
            <a:custGeom>
              <a:avLst/>
              <a:gdLst/>
              <a:ahLst/>
              <a:cxnLst/>
              <a:rect l="l" t="t" r="r" b="b"/>
              <a:pathLst>
                <a:path w="1361246" h="1480665">
                  <a:moveTo>
                    <a:pt x="47394" y="0"/>
                  </a:moveTo>
                  <a:lnTo>
                    <a:pt x="1313852" y="0"/>
                  </a:lnTo>
                  <a:cubicBezTo>
                    <a:pt x="1340027" y="0"/>
                    <a:pt x="1361246" y="21219"/>
                    <a:pt x="1361246" y="47394"/>
                  </a:cubicBezTo>
                  <a:lnTo>
                    <a:pt x="1361246" y="1433272"/>
                  </a:lnTo>
                  <a:cubicBezTo>
                    <a:pt x="1361246" y="1445841"/>
                    <a:pt x="1356252" y="1457896"/>
                    <a:pt x="1347364" y="1466784"/>
                  </a:cubicBezTo>
                  <a:cubicBezTo>
                    <a:pt x="1338476" y="1475672"/>
                    <a:pt x="1326422" y="1480665"/>
                    <a:pt x="1313852" y="1480665"/>
                  </a:cubicBezTo>
                  <a:lnTo>
                    <a:pt x="47394" y="1480665"/>
                  </a:lnTo>
                  <a:cubicBezTo>
                    <a:pt x="21219" y="1480665"/>
                    <a:pt x="0" y="1459446"/>
                    <a:pt x="0" y="1433272"/>
                  </a:cubicBezTo>
                  <a:lnTo>
                    <a:pt x="0" y="47394"/>
                  </a:lnTo>
                  <a:cubicBezTo>
                    <a:pt x="0" y="21219"/>
                    <a:pt x="21219" y="0"/>
                    <a:pt x="473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61246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6744604" y="4323802"/>
            <a:ext cx="4306244" cy="5152812"/>
            <a:chOff x="0" y="0"/>
            <a:chExt cx="1237403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7403" cy="1480665"/>
            </a:xfrm>
            <a:custGeom>
              <a:avLst/>
              <a:gdLst/>
              <a:ahLst/>
              <a:cxnLst/>
              <a:rect l="l" t="t" r="r" b="b"/>
              <a:pathLst>
                <a:path w="1237403" h="1480665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0883778" y="3464005"/>
            <a:ext cx="4306244" cy="5152812"/>
            <a:chOff x="0" y="0"/>
            <a:chExt cx="1237403" cy="1480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7403" cy="1480665"/>
            </a:xfrm>
            <a:custGeom>
              <a:avLst/>
              <a:gdLst/>
              <a:ahLst/>
              <a:cxnLst/>
              <a:rect l="l" t="t" r="r" b="b"/>
              <a:pathLst>
                <a:path w="1237403" h="1480665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4000"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12223" y="1287509"/>
            <a:ext cx="3879582" cy="1301774"/>
            <a:chOff x="0" y="0"/>
            <a:chExt cx="2119537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19548" cy="711200"/>
            </a:xfrm>
            <a:custGeom>
              <a:avLst/>
              <a:gdLst/>
              <a:ahLst/>
              <a:cxnLst/>
              <a:rect l="l" t="t" r="r" b="b"/>
              <a:pathLst>
                <a:path w="2119548" h="711200">
                  <a:moveTo>
                    <a:pt x="1814847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1814847" y="551732"/>
                  </a:lnTo>
                  <a:cubicBezTo>
                    <a:pt x="1993099" y="551732"/>
                    <a:pt x="2119537" y="428220"/>
                    <a:pt x="2119537" y="275861"/>
                  </a:cubicBezTo>
                  <a:cubicBezTo>
                    <a:pt x="2119548" y="123512"/>
                    <a:pt x="1993099" y="0"/>
                    <a:pt x="18148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19537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65701" y="4137838"/>
            <a:ext cx="1143595" cy="114359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487047"/>
            <a:ext cx="5208013" cy="71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4766" dirty="0" err="1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Languges</a:t>
            </a:r>
            <a:r>
              <a:rPr lang="en-US" sz="4766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 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28303" y="1523588"/>
            <a:ext cx="2840526" cy="52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  <a:spcBef>
                <a:spcPct val="0"/>
              </a:spcBef>
            </a:pPr>
            <a:r>
              <a:rPr lang="en-US" sz="3279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Coding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201321"/>
            <a:ext cx="5208013" cy="71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4766" dirty="0">
                <a:solidFill>
                  <a:srgbClr val="FFEBE3"/>
                </a:solidFill>
                <a:latin typeface="HK Modular"/>
                <a:ea typeface="HK Modular"/>
                <a:cs typeface="HK Modular"/>
                <a:sym typeface="HK Modular"/>
              </a:rPr>
              <a:t>Used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042890" y="3868018"/>
            <a:ext cx="1143595" cy="114359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515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9050" y="4137838"/>
            <a:ext cx="1143595" cy="114359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74584" y="4131433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774" y="3881016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87934" y="4131433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88049" y="4365371"/>
            <a:ext cx="2309174" cy="44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4000" b="1" spc="-20" dirty="0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  <a:t>HTML</a:t>
            </a:r>
            <a:endParaRPr lang="en-US" sz="4000" b="1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258242" y="5262283"/>
            <a:ext cx="2309174" cy="44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67"/>
              </a:lnSpc>
            </a:pPr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CSS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12945" y="4218921"/>
            <a:ext cx="3018318" cy="441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4000" b="1" dirty="0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  <a:t>JavaScript</a:t>
            </a:r>
            <a:endParaRPr lang="en-US" sz="4000" b="1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7067694" y="9473568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32706" y="5421304"/>
            <a:ext cx="2704915" cy="206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Poppins "/>
                <a:cs typeface="Poppins Bold" panose="00000800000000000000" charset="0"/>
              </a:rPr>
              <a:t>Is the backbone of the project. It gives our content a clear structure, making it easy for users to navigate.</a:t>
            </a:r>
            <a:endParaRPr lang="en-US" sz="1924" dirty="0">
              <a:solidFill>
                <a:schemeClr val="bg1"/>
              </a:solidFill>
              <a:latin typeface="Poppins "/>
              <a:ea typeface="Poppins"/>
              <a:cs typeface="Poppins Bold" panose="00000800000000000000" charset="0"/>
              <a:sym typeface="Poppi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253991" y="5740464"/>
            <a:ext cx="2880661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Poppins "/>
            </a:endParaRPr>
          </a:p>
          <a:p>
            <a:r>
              <a:rPr lang="en-US" sz="2000" dirty="0">
                <a:solidFill>
                  <a:schemeClr val="bg1"/>
                </a:solidFill>
                <a:latin typeface="Poppins "/>
              </a:rPr>
              <a:t>It styles HTML elements to control layout, colors, fonts, and responsiveness.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29857" y="5206060"/>
            <a:ext cx="2880661" cy="171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It adds interactivity, transitions, and real-time features for a better user experience.</a:t>
            </a:r>
            <a:endParaRPr lang="en-US" sz="1924" dirty="0">
              <a:solidFill>
                <a:schemeClr val="bg1"/>
              </a:solidFill>
              <a:latin typeface="Poppins "/>
              <a:ea typeface="Poppins"/>
              <a:cs typeface="Poppins"/>
              <a:sym typeface="Poppins"/>
            </a:endParaRPr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30957502-D041-4182-9DD6-A3F7D753D87F}"/>
              </a:ext>
            </a:extLst>
          </p:cNvPr>
          <p:cNvGrpSpPr/>
          <p:nvPr/>
        </p:nvGrpSpPr>
        <p:grpSpPr>
          <a:xfrm rot="10800000">
            <a:off x="15041013" y="4360429"/>
            <a:ext cx="4737224" cy="4523180"/>
            <a:chOff x="0" y="0"/>
            <a:chExt cx="1361246" cy="1480665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7537070A-45EA-4963-BDA7-4B2FDE97BECE}"/>
                </a:ext>
              </a:extLst>
            </p:cNvPr>
            <p:cNvSpPr/>
            <p:nvPr/>
          </p:nvSpPr>
          <p:spPr>
            <a:xfrm>
              <a:off x="0" y="0"/>
              <a:ext cx="1361246" cy="1480665"/>
            </a:xfrm>
            <a:custGeom>
              <a:avLst/>
              <a:gdLst/>
              <a:ahLst/>
              <a:cxnLst/>
              <a:rect l="l" t="t" r="r" b="b"/>
              <a:pathLst>
                <a:path w="1361246" h="1480665">
                  <a:moveTo>
                    <a:pt x="47394" y="0"/>
                  </a:moveTo>
                  <a:lnTo>
                    <a:pt x="1313852" y="0"/>
                  </a:lnTo>
                  <a:cubicBezTo>
                    <a:pt x="1340027" y="0"/>
                    <a:pt x="1361246" y="21219"/>
                    <a:pt x="1361246" y="47394"/>
                  </a:cubicBezTo>
                  <a:lnTo>
                    <a:pt x="1361246" y="1433272"/>
                  </a:lnTo>
                  <a:cubicBezTo>
                    <a:pt x="1361246" y="1445841"/>
                    <a:pt x="1356252" y="1457896"/>
                    <a:pt x="1347364" y="1466784"/>
                  </a:cubicBezTo>
                  <a:cubicBezTo>
                    <a:pt x="1338476" y="1475672"/>
                    <a:pt x="1326422" y="1480665"/>
                    <a:pt x="1313852" y="1480665"/>
                  </a:cubicBezTo>
                  <a:lnTo>
                    <a:pt x="47394" y="1480665"/>
                  </a:lnTo>
                  <a:cubicBezTo>
                    <a:pt x="21219" y="1480665"/>
                    <a:pt x="0" y="1459446"/>
                    <a:pt x="0" y="1433272"/>
                  </a:cubicBezTo>
                  <a:lnTo>
                    <a:pt x="0" y="47394"/>
                  </a:lnTo>
                  <a:cubicBezTo>
                    <a:pt x="0" y="21219"/>
                    <a:pt x="21219" y="0"/>
                    <a:pt x="473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BDB5FCE5-461D-49DF-B1FC-62F607A6415A}"/>
                </a:ext>
              </a:extLst>
            </p:cNvPr>
            <p:cNvSpPr txBox="1"/>
            <p:nvPr/>
          </p:nvSpPr>
          <p:spPr>
            <a:xfrm>
              <a:off x="0" y="-38100"/>
              <a:ext cx="1361246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TextBox 29">
            <a:extLst>
              <a:ext uri="{FF2B5EF4-FFF2-40B4-BE49-F238E27FC236}">
                <a16:creationId xmlns:a16="http://schemas.microsoft.com/office/drawing/2014/main" id="{C3DAF170-CEAD-4C19-8DB9-336E1B1F9038}"/>
              </a:ext>
            </a:extLst>
          </p:cNvPr>
          <p:cNvSpPr txBox="1"/>
          <p:nvPr/>
        </p:nvSpPr>
        <p:spPr>
          <a:xfrm>
            <a:off x="15409093" y="3961681"/>
            <a:ext cx="929171" cy="9827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46" name="Group 27">
            <a:extLst>
              <a:ext uri="{FF2B5EF4-FFF2-40B4-BE49-F238E27FC236}">
                <a16:creationId xmlns:a16="http://schemas.microsoft.com/office/drawing/2014/main" id="{3CC1A96F-6AAA-48EC-97CD-B3A2D4A798D9}"/>
              </a:ext>
            </a:extLst>
          </p:cNvPr>
          <p:cNvGrpSpPr/>
          <p:nvPr/>
        </p:nvGrpSpPr>
        <p:grpSpPr>
          <a:xfrm>
            <a:off x="16164632" y="4337063"/>
            <a:ext cx="1143595" cy="1143595"/>
            <a:chOff x="0" y="0"/>
            <a:chExt cx="812800" cy="812800"/>
          </a:xfrm>
        </p:grpSpPr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B40F1B04-88EE-4917-912C-DFF016A89D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ts val="7136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97" b="0" i="0" u="none" strike="noStrike" kern="1200" cap="none" spc="0" normalizeH="0" baseline="0" noProof="0" dirty="0">
                  <a:ln>
                    <a:noFill/>
                  </a:ln>
                  <a:solidFill>
                    <a:srgbClr val="3D042D"/>
                  </a:solidFill>
                  <a:effectLst/>
                  <a:uLnTx/>
                  <a:uFillTx/>
                  <a:latin typeface="RQND Pro"/>
                  <a:ea typeface="RQND Pro"/>
                  <a:cs typeface="RQND Pro"/>
                  <a:sym typeface="RQND Pro"/>
                </a:rPr>
                <a:t>04</a:t>
              </a:r>
            </a:p>
            <a:p>
              <a:endParaRPr lang="en-US" dirty="0"/>
            </a:p>
          </p:txBody>
        </p:sp>
        <p:sp>
          <p:nvSpPr>
            <p:cNvPr id="48" name="TextBox 29">
              <a:extLst>
                <a:ext uri="{FF2B5EF4-FFF2-40B4-BE49-F238E27FC236}">
                  <a16:creationId xmlns:a16="http://schemas.microsoft.com/office/drawing/2014/main" id="{651EC3F4-32D3-4270-8457-53F47CBEC1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1" name="TextBox 39">
            <a:extLst>
              <a:ext uri="{FF2B5EF4-FFF2-40B4-BE49-F238E27FC236}">
                <a16:creationId xmlns:a16="http://schemas.microsoft.com/office/drawing/2014/main" id="{56AEA575-881B-4ED3-8D0E-1CBDB0FA4F2B}"/>
              </a:ext>
            </a:extLst>
          </p:cNvPr>
          <p:cNvSpPr txBox="1"/>
          <p:nvPr/>
        </p:nvSpPr>
        <p:spPr>
          <a:xfrm>
            <a:off x="15474433" y="7044252"/>
            <a:ext cx="2880661" cy="136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  <a:spcBef>
                <a:spcPct val="0"/>
              </a:spcBef>
            </a:pPr>
            <a:r>
              <a:rPr lang="en-US" sz="19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developing a scalable e-learning platform for </a:t>
            </a:r>
            <a:r>
              <a:rPr lang="en-US" sz="19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EduTech</a:t>
            </a:r>
            <a:r>
              <a:rPr lang="en-US" sz="19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Innovations,</a:t>
            </a:r>
          </a:p>
        </p:txBody>
      </p:sp>
      <p:sp>
        <p:nvSpPr>
          <p:cNvPr id="52" name="TextBox 35">
            <a:extLst>
              <a:ext uri="{FF2B5EF4-FFF2-40B4-BE49-F238E27FC236}">
                <a16:creationId xmlns:a16="http://schemas.microsoft.com/office/drawing/2014/main" id="{B7EF55F0-FC87-40F3-A20C-DE192930E0EB}"/>
              </a:ext>
            </a:extLst>
          </p:cNvPr>
          <p:cNvSpPr txBox="1"/>
          <p:nvPr/>
        </p:nvSpPr>
        <p:spPr>
          <a:xfrm>
            <a:off x="15164067" y="5613249"/>
            <a:ext cx="3018318" cy="83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4000" b="1" dirty="0" err="1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  <a:t>Jquerry</a:t>
            </a:r>
            <a:r>
              <a:rPr lang="en-US" sz="4000" b="1" dirty="0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  <a:t> </a:t>
            </a:r>
            <a:br>
              <a:rPr lang="en-US" sz="4000" b="1" dirty="0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</a:br>
            <a:r>
              <a:rPr lang="en-US" sz="4000" b="1" dirty="0">
                <a:solidFill>
                  <a:schemeClr val="bg1"/>
                </a:solidFill>
                <a:effectLst/>
                <a:latin typeface="Poppins Bold" panose="00000800000000000000" charset="0"/>
                <a:ea typeface="Times New Roman" panose="02020603050405020304" pitchFamily="18" charset="0"/>
                <a:cs typeface="Poppins Bold" panose="00000800000000000000" charset="0"/>
              </a:rPr>
              <a:t>and JSON</a:t>
            </a:r>
            <a:endParaRPr lang="en-US" sz="4000" b="1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071" y="-329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30833" y="-7648770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2790858" y="3587729"/>
            <a:ext cx="4737224" cy="5152812"/>
            <a:chOff x="0" y="0"/>
            <a:chExt cx="1361246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1246" cy="1480665"/>
            </a:xfrm>
            <a:custGeom>
              <a:avLst/>
              <a:gdLst/>
              <a:ahLst/>
              <a:cxnLst/>
              <a:rect l="l" t="t" r="r" b="b"/>
              <a:pathLst>
                <a:path w="1361246" h="1480665">
                  <a:moveTo>
                    <a:pt x="47394" y="0"/>
                  </a:moveTo>
                  <a:lnTo>
                    <a:pt x="1313852" y="0"/>
                  </a:lnTo>
                  <a:cubicBezTo>
                    <a:pt x="1340027" y="0"/>
                    <a:pt x="1361246" y="21219"/>
                    <a:pt x="1361246" y="47394"/>
                  </a:cubicBezTo>
                  <a:lnTo>
                    <a:pt x="1361246" y="1433272"/>
                  </a:lnTo>
                  <a:cubicBezTo>
                    <a:pt x="1361246" y="1445841"/>
                    <a:pt x="1356252" y="1457896"/>
                    <a:pt x="1347364" y="1466784"/>
                  </a:cubicBezTo>
                  <a:cubicBezTo>
                    <a:pt x="1338476" y="1475672"/>
                    <a:pt x="1326422" y="1480665"/>
                    <a:pt x="1313852" y="1480665"/>
                  </a:cubicBezTo>
                  <a:lnTo>
                    <a:pt x="47394" y="1480665"/>
                  </a:lnTo>
                  <a:cubicBezTo>
                    <a:pt x="21219" y="1480665"/>
                    <a:pt x="0" y="1459446"/>
                    <a:pt x="0" y="1433272"/>
                  </a:cubicBezTo>
                  <a:lnTo>
                    <a:pt x="0" y="47394"/>
                  </a:lnTo>
                  <a:cubicBezTo>
                    <a:pt x="0" y="21219"/>
                    <a:pt x="21219" y="0"/>
                    <a:pt x="473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61246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6744603" y="3596596"/>
            <a:ext cx="4306244" cy="5152812"/>
            <a:chOff x="0" y="0"/>
            <a:chExt cx="1237403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7403" cy="1480665"/>
            </a:xfrm>
            <a:custGeom>
              <a:avLst/>
              <a:gdLst/>
              <a:ahLst/>
              <a:cxnLst/>
              <a:rect l="l" t="t" r="r" b="b"/>
              <a:pathLst>
                <a:path w="1237403" h="1480665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0882794" y="3594987"/>
            <a:ext cx="4306244" cy="5152812"/>
            <a:chOff x="0" y="0"/>
            <a:chExt cx="1237403" cy="1480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7403" cy="1480665"/>
            </a:xfrm>
            <a:custGeom>
              <a:avLst/>
              <a:gdLst/>
              <a:ahLst/>
              <a:cxnLst/>
              <a:rect l="l" t="t" r="r" b="b"/>
              <a:pathLst>
                <a:path w="1237403" h="1480665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4000"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12223" y="1287509"/>
            <a:ext cx="3879582" cy="1301774"/>
            <a:chOff x="0" y="0"/>
            <a:chExt cx="2119537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19548" cy="711200"/>
            </a:xfrm>
            <a:custGeom>
              <a:avLst/>
              <a:gdLst/>
              <a:ahLst/>
              <a:cxnLst/>
              <a:rect l="l" t="t" r="r" b="b"/>
              <a:pathLst>
                <a:path w="2119548" h="711200">
                  <a:moveTo>
                    <a:pt x="1814847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1814847" y="551732"/>
                  </a:lnTo>
                  <a:cubicBezTo>
                    <a:pt x="1993099" y="551732"/>
                    <a:pt x="2119537" y="428220"/>
                    <a:pt x="2119537" y="275861"/>
                  </a:cubicBezTo>
                  <a:cubicBezTo>
                    <a:pt x="2119548" y="123512"/>
                    <a:pt x="1993099" y="0"/>
                    <a:pt x="18148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19537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65701" y="4137838"/>
            <a:ext cx="1143595" cy="114359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487047"/>
            <a:ext cx="5208013" cy="71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4766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team 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28303" y="1523588"/>
            <a:ext cx="2840526" cy="52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  <a:spcBef>
                <a:spcPct val="0"/>
              </a:spcBef>
            </a:pPr>
            <a:r>
              <a:rPr lang="en-US" sz="3279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Coding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201321"/>
            <a:ext cx="5208013" cy="71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4766" dirty="0">
                <a:solidFill>
                  <a:srgbClr val="FFEBE3"/>
                </a:solidFill>
                <a:latin typeface="HK Modular"/>
                <a:ea typeface="HK Modular"/>
                <a:cs typeface="HK Modular"/>
                <a:sym typeface="HK Modular"/>
              </a:rPr>
              <a:t>roles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042890" y="3868018"/>
            <a:ext cx="1143595" cy="114359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515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9050" y="4137838"/>
            <a:ext cx="1143595" cy="114359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74584" y="4131433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774" y="3881016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87934" y="4131433"/>
            <a:ext cx="925828" cy="8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6"/>
              </a:lnSpc>
              <a:spcBef>
                <a:spcPct val="0"/>
              </a:spcBef>
            </a:pPr>
            <a:r>
              <a:rPr lang="en-US" sz="5097" dirty="0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88048" y="4365371"/>
            <a:ext cx="2512317" cy="441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4000" b="1" dirty="0">
                <a:solidFill>
                  <a:schemeClr val="bg1"/>
                </a:solidFill>
                <a:latin typeface="Poppins Bold" panose="00000800000000000000" charset="0"/>
                <a:ea typeface="Poppins Bold"/>
                <a:cs typeface="Poppins Bold" panose="00000800000000000000" charset="0"/>
                <a:sym typeface="Poppins Bold"/>
              </a:rPr>
              <a:t>Ahmad 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58241" y="5262283"/>
            <a:ext cx="2756223" cy="441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67"/>
              </a:lnSpc>
            </a:pPr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Ahmad M.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12945" y="4218921"/>
            <a:ext cx="3018318" cy="441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67"/>
              </a:lnSpc>
            </a:pPr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Nibal  M.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123139" y="9355146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69361" y="5908479"/>
            <a:ext cx="2880661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Login and Register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Add to cart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Shop By Category Page.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29857" y="5206060"/>
            <a:ext cx="2880661" cy="136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69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4" dirty="0">
                <a:solidFill>
                  <a:schemeClr val="bg1"/>
                </a:solidFill>
                <a:latin typeface="Poppins "/>
                <a:ea typeface="Poppins"/>
                <a:cs typeface="Poppins"/>
                <a:sym typeface="Poppins"/>
              </a:rPr>
              <a:t>About Us Page.</a:t>
            </a:r>
          </a:p>
          <a:p>
            <a:pPr marL="342900" indent="-342900" algn="l">
              <a:lnSpc>
                <a:spcPts val="269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4" dirty="0">
                <a:solidFill>
                  <a:schemeClr val="bg1"/>
                </a:solidFill>
                <a:latin typeface="Poppins "/>
                <a:ea typeface="Poppins"/>
                <a:cs typeface="Poppins"/>
                <a:sym typeface="Poppins"/>
              </a:rPr>
              <a:t>Contact Us Page.</a:t>
            </a:r>
          </a:p>
          <a:p>
            <a:pPr marL="342900" indent="-342900" algn="l">
              <a:lnSpc>
                <a:spcPts val="269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4" dirty="0">
                <a:solidFill>
                  <a:schemeClr val="bg1"/>
                </a:solidFill>
                <a:latin typeface="Poppins "/>
                <a:ea typeface="Poppins"/>
                <a:cs typeface="Poppins"/>
                <a:sym typeface="Poppins"/>
              </a:rPr>
              <a:t>Report.</a:t>
            </a:r>
          </a:p>
          <a:p>
            <a:pPr marL="342900" indent="-342900" algn="l">
              <a:lnSpc>
                <a:spcPts val="269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4" dirty="0">
                <a:solidFill>
                  <a:schemeClr val="bg1"/>
                </a:solidFill>
                <a:latin typeface="Poppins "/>
                <a:ea typeface="Poppins"/>
                <a:cs typeface="Poppins"/>
                <a:sym typeface="Poppins"/>
              </a:rPr>
              <a:t>PowerPoint.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C3DAF170-CEAD-4C19-8DB9-336E1B1F9038}"/>
              </a:ext>
            </a:extLst>
          </p:cNvPr>
          <p:cNvSpPr txBox="1"/>
          <p:nvPr/>
        </p:nvSpPr>
        <p:spPr>
          <a:xfrm>
            <a:off x="15409093" y="3961681"/>
            <a:ext cx="929171" cy="9827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651EC3F4-32D3-4270-8457-53F47CBEC185}"/>
              </a:ext>
            </a:extLst>
          </p:cNvPr>
          <p:cNvSpPr txBox="1"/>
          <p:nvPr/>
        </p:nvSpPr>
        <p:spPr>
          <a:xfrm>
            <a:off x="16271844" y="4390669"/>
            <a:ext cx="929171" cy="9827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EB14B5-2AAB-4B8D-8B1D-8CFE06D9DFC7}"/>
              </a:ext>
            </a:extLst>
          </p:cNvPr>
          <p:cNvSpPr txBox="1"/>
          <p:nvPr/>
        </p:nvSpPr>
        <p:spPr>
          <a:xfrm>
            <a:off x="3752381" y="5262283"/>
            <a:ext cx="2281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Home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"/>
              </a:rPr>
              <a:t>Deals Page</a:t>
            </a:r>
          </a:p>
        </p:txBody>
      </p:sp>
      <p:grpSp>
        <p:nvGrpSpPr>
          <p:cNvPr id="50" name="Group 9">
            <a:extLst>
              <a:ext uri="{FF2B5EF4-FFF2-40B4-BE49-F238E27FC236}">
                <a16:creationId xmlns:a16="http://schemas.microsoft.com/office/drawing/2014/main" id="{4DB8D2FF-5E2A-462F-A6B7-95832E7792A1}"/>
              </a:ext>
            </a:extLst>
          </p:cNvPr>
          <p:cNvGrpSpPr/>
          <p:nvPr/>
        </p:nvGrpSpPr>
        <p:grpSpPr>
          <a:xfrm rot="-10800000">
            <a:off x="2740059" y="8822683"/>
            <a:ext cx="11991204" cy="880181"/>
            <a:chOff x="0" y="0"/>
            <a:chExt cx="1237403" cy="1480665"/>
          </a:xfrm>
        </p:grpSpPr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54C2EFC9-BF53-4376-AB1D-9E52EADCF596}"/>
                </a:ext>
              </a:extLst>
            </p:cNvPr>
            <p:cNvSpPr/>
            <p:nvPr/>
          </p:nvSpPr>
          <p:spPr>
            <a:xfrm>
              <a:off x="0" y="0"/>
              <a:ext cx="1237403" cy="1480665"/>
            </a:xfrm>
            <a:custGeom>
              <a:avLst/>
              <a:gdLst/>
              <a:ahLst/>
              <a:cxnLst/>
              <a:rect l="l" t="t" r="r" b="b"/>
              <a:pathLst>
                <a:path w="1237403" h="1480665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4" name="TextBox 11">
              <a:extLst>
                <a:ext uri="{FF2B5EF4-FFF2-40B4-BE49-F238E27FC236}">
                  <a16:creationId xmlns:a16="http://schemas.microsoft.com/office/drawing/2014/main" id="{1A25BCD8-E7F4-47A4-8AA5-FC3DDEBAB126}"/>
                </a:ext>
              </a:extLst>
            </p:cNvPr>
            <p:cNvSpPr txBox="1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0EA87B8-BDC7-4CB5-AE24-53B2D73ABD5A}"/>
              </a:ext>
            </a:extLst>
          </p:cNvPr>
          <p:cNvSpPr txBox="1"/>
          <p:nvPr/>
        </p:nvSpPr>
        <p:spPr>
          <a:xfrm>
            <a:off x="2776569" y="8898660"/>
            <a:ext cx="14979070" cy="59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Poppins "/>
                <a:ea typeface="Times New Roman" panose="02020603050405020304" pitchFamily="18" charset="0"/>
              </a:rPr>
              <a:t>The overall design was a collaborative effort, reflecting the collective input of the entire team.</a:t>
            </a:r>
          </a:p>
        </p:txBody>
      </p:sp>
    </p:spTree>
    <p:extLst>
      <p:ext uri="{BB962C8B-B14F-4D97-AF65-F5344CB8AC3E}">
        <p14:creationId xmlns:p14="http://schemas.microsoft.com/office/powerpoint/2010/main" val="27867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14462" y="3925598"/>
            <a:ext cx="12477808" cy="114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 Demonstrating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52921" y="5154716"/>
            <a:ext cx="9382158" cy="242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The user interface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9571" y="8542255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05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669932" y="-1017864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525239" y="7200900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46232" y="-93621"/>
            <a:ext cx="7049995" cy="11271794"/>
          </a:xfrm>
          <a:custGeom>
            <a:avLst/>
            <a:gdLst/>
            <a:ahLst/>
            <a:cxnLst/>
            <a:rect l="l" t="t" r="r" b="b"/>
            <a:pathLst>
              <a:path w="7049995" h="11271794">
                <a:moveTo>
                  <a:pt x="0" y="0"/>
                </a:moveTo>
                <a:lnTo>
                  <a:pt x="7049994" y="0"/>
                </a:lnTo>
                <a:lnTo>
                  <a:pt x="7049994" y="11271794"/>
                </a:lnTo>
                <a:lnTo>
                  <a:pt x="0" y="1127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4043756" y="-7697568"/>
            <a:ext cx="10626331" cy="19778728"/>
            <a:chOff x="0" y="0"/>
            <a:chExt cx="2798705" cy="52092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532442" y="5382267"/>
            <a:ext cx="7315200" cy="2349450"/>
          </a:xfrm>
          <a:custGeom>
            <a:avLst/>
            <a:gdLst/>
            <a:ahLst/>
            <a:cxnLst/>
            <a:rect l="l" t="t" r="r" b="b"/>
            <a:pathLst>
              <a:path w="7315200" h="2349450">
                <a:moveTo>
                  <a:pt x="0" y="0"/>
                </a:moveTo>
                <a:lnTo>
                  <a:pt x="7315200" y="0"/>
                </a:lnTo>
                <a:lnTo>
                  <a:pt x="7315200" y="2349449"/>
                </a:lnTo>
                <a:lnTo>
                  <a:pt x="0" y="2349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237017" y="5206281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26192" y="4149855"/>
            <a:ext cx="9759801" cy="1271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7935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6192" y="5206281"/>
            <a:ext cx="4627697" cy="1180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4400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Resources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6107" y="2823845"/>
            <a:ext cx="5307476" cy="4005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Research &amp; Development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YouTube</a:t>
            </a:r>
            <a:r>
              <a:rPr lang="en-US" sz="2600" spc="-3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en-US" sz="2600" spc="-1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Videos</a:t>
            </a:r>
            <a:endParaRPr lang="en-US" sz="2600" spc="-10" dirty="0">
              <a:solidFill>
                <a:schemeClr val="bg1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Icons Library: </a:t>
            </a:r>
            <a:r>
              <a:rPr lang="en-US" sz="25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Ionicons</a:t>
            </a:r>
            <a:endParaRPr lang="en-US" sz="25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Source</a:t>
            </a:r>
            <a:r>
              <a:rPr lang="en-US" sz="2600" spc="-2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code</a:t>
            </a:r>
            <a:r>
              <a:rPr lang="en-US" sz="2600" spc="-15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en-US" sz="2600" spc="-1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editor: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        </a:t>
            </a: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Visual</a:t>
            </a:r>
            <a:r>
              <a:rPr lang="en-US" sz="2600" spc="-25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Studio</a:t>
            </a:r>
            <a:r>
              <a:rPr lang="en-US" sz="2600" spc="-25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en-US" sz="2600" spc="-2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Code.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spc="-2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Code Hosting:        GitHub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Logo Creator:       Canva</a:t>
            </a:r>
            <a:endParaRPr lang="en-US" sz="26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952235" y="7504962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962114" y="35055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47" name="image22.png" descr="Visual Studio Code - Wikiversity">
            <a:extLst>
              <a:ext uri="{FF2B5EF4-FFF2-40B4-BE49-F238E27FC236}">
                <a16:creationId xmlns:a16="http://schemas.microsoft.com/office/drawing/2014/main" id="{DA15ABDA-8DFA-489B-A39D-51770C1E7A01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3221987" y="4707539"/>
            <a:ext cx="254960" cy="238388"/>
          </a:xfrm>
          <a:prstGeom prst="rect">
            <a:avLst/>
          </a:prstGeom>
        </p:spPr>
      </p:pic>
      <p:pic>
        <p:nvPicPr>
          <p:cNvPr id="54" name="Picture 53" descr="A logo with a cat in the middle&#10;&#10;Description automatically generated">
            <a:extLst>
              <a:ext uri="{FF2B5EF4-FFF2-40B4-BE49-F238E27FC236}">
                <a16:creationId xmlns:a16="http://schemas.microsoft.com/office/drawing/2014/main" id="{B5F90B4A-5F9E-482C-9321-C8C5ED0AF9C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5" t="16556" r="26724" b="15535"/>
          <a:stretch/>
        </p:blipFill>
        <p:spPr bwMode="auto">
          <a:xfrm>
            <a:off x="12300646" y="5799209"/>
            <a:ext cx="442283" cy="3260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5" name="Picture 54" descr="Canva Review | PCMag">
            <a:extLst>
              <a:ext uri="{FF2B5EF4-FFF2-40B4-BE49-F238E27FC236}">
                <a16:creationId xmlns:a16="http://schemas.microsoft.com/office/drawing/2014/main" id="{93689048-8BCF-4BCB-B95A-DF3463FC6F9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8" t="2831" r="23902" b="3303"/>
          <a:stretch/>
        </p:blipFill>
        <p:spPr bwMode="auto">
          <a:xfrm>
            <a:off x="12290534" y="6335139"/>
            <a:ext cx="442283" cy="4437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37" y="-51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996344" y="-7696882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8149" y="5307501"/>
            <a:ext cx="7315200" cy="1835450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07117" y="3943320"/>
            <a:ext cx="4982338" cy="122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6000" dirty="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In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5445877"/>
            <a:ext cx="8970483" cy="1221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09"/>
              </a:lnSpc>
              <a:spcBef>
                <a:spcPct val="0"/>
              </a:spcBef>
            </a:pPr>
            <a:r>
              <a:rPr lang="en-US" sz="6000" dirty="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9509" y="3943320"/>
            <a:ext cx="7498331" cy="294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satisfaction is our top priority.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Trusted, high-quality parts at the best prices.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Reliable products for the best value.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Great offers on quality components.</a:t>
            </a:r>
            <a:endParaRPr lang="en-US" sz="26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601368" y="-2107467"/>
            <a:ext cx="3945826" cy="4888820"/>
          </a:xfrm>
          <a:custGeom>
            <a:avLst/>
            <a:gdLst/>
            <a:ahLst/>
            <a:cxnLst/>
            <a:rect l="l" t="t" r="r" b="b"/>
            <a:pathLst>
              <a:path w="3945826" h="4888820">
                <a:moveTo>
                  <a:pt x="0" y="0"/>
                </a:moveTo>
                <a:lnTo>
                  <a:pt x="3945826" y="0"/>
                </a:lnTo>
                <a:lnTo>
                  <a:pt x="3945826" y="4888821"/>
                </a:lnTo>
                <a:lnTo>
                  <a:pt x="0" y="4888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286387" y="8764466"/>
            <a:ext cx="3945826" cy="4888820"/>
          </a:xfrm>
          <a:custGeom>
            <a:avLst/>
            <a:gdLst/>
            <a:ahLst/>
            <a:cxnLst/>
            <a:rect l="l" t="t" r="r" b="b"/>
            <a:pathLst>
              <a:path w="3945826" h="4888820">
                <a:moveTo>
                  <a:pt x="0" y="0"/>
                </a:moveTo>
                <a:lnTo>
                  <a:pt x="3945826" y="0"/>
                </a:lnTo>
                <a:lnTo>
                  <a:pt x="3945826" y="4888820"/>
                </a:lnTo>
                <a:lnTo>
                  <a:pt x="0" y="48888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4000" y="1028700"/>
            <a:ext cx="1385874" cy="1385874"/>
          </a:xfrm>
          <a:custGeom>
            <a:avLst/>
            <a:gdLst/>
            <a:ahLst/>
            <a:cxnLst/>
            <a:rect l="l" t="t" r="r" b="b"/>
            <a:pathLst>
              <a:path w="1385874" h="1385874">
                <a:moveTo>
                  <a:pt x="0" y="0"/>
                </a:moveTo>
                <a:lnTo>
                  <a:pt x="1385874" y="0"/>
                </a:lnTo>
                <a:lnTo>
                  <a:pt x="1385874" y="1385874"/>
                </a:lnTo>
                <a:lnTo>
                  <a:pt x="0" y="1385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431618" y="8428470"/>
            <a:ext cx="1022283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sz="3543" b="1" dirty="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918418" y="-7654971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-780659" y="8420100"/>
            <a:ext cx="10731144" cy="4199330"/>
            <a:chOff x="0" y="0"/>
            <a:chExt cx="3083604" cy="12066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992810" y="7504962"/>
            <a:ext cx="625060" cy="625060"/>
          </a:xfrm>
          <a:custGeom>
            <a:avLst/>
            <a:gdLst/>
            <a:ahLst/>
            <a:cxnLst/>
            <a:rect l="l" t="t" r="r" b="b"/>
            <a:pathLst>
              <a:path w="625060" h="625060">
                <a:moveTo>
                  <a:pt x="0" y="0"/>
                </a:moveTo>
                <a:lnTo>
                  <a:pt x="625060" y="0"/>
                </a:lnTo>
                <a:lnTo>
                  <a:pt x="625060" y="625060"/>
                </a:lnTo>
                <a:lnTo>
                  <a:pt x="0" y="625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316163" y="7443620"/>
            <a:ext cx="625060" cy="625060"/>
          </a:xfrm>
          <a:custGeom>
            <a:avLst/>
            <a:gdLst/>
            <a:ahLst/>
            <a:cxnLst/>
            <a:rect l="l" t="t" r="r" b="b"/>
            <a:pathLst>
              <a:path w="625060" h="625060">
                <a:moveTo>
                  <a:pt x="0" y="0"/>
                </a:moveTo>
                <a:lnTo>
                  <a:pt x="625061" y="0"/>
                </a:lnTo>
                <a:lnTo>
                  <a:pt x="625061" y="625061"/>
                </a:lnTo>
                <a:lnTo>
                  <a:pt x="0" y="625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279527" y="7458873"/>
            <a:ext cx="612033" cy="609807"/>
          </a:xfrm>
          <a:custGeom>
            <a:avLst/>
            <a:gdLst/>
            <a:ahLst/>
            <a:cxnLst/>
            <a:rect l="l" t="t" r="r" b="b"/>
            <a:pathLst>
              <a:path w="612033" h="609807">
                <a:moveTo>
                  <a:pt x="0" y="0"/>
                </a:moveTo>
                <a:lnTo>
                  <a:pt x="612033" y="0"/>
                </a:lnTo>
                <a:lnTo>
                  <a:pt x="612033" y="609808"/>
                </a:lnTo>
                <a:lnTo>
                  <a:pt x="0" y="6098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64117" y="4452188"/>
            <a:ext cx="6550768" cy="121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WITH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78573" y="3367636"/>
            <a:ext cx="10520257" cy="121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GET IN TOUCH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98462" y="5917741"/>
            <a:ext cx="10890927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 for joining us on this journey through innovation and technology. For further inquiries or collaborations, please feel free to contact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79424" y="7601274"/>
            <a:ext cx="2257505" cy="3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+961 81 011903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8918" y="7547559"/>
            <a:ext cx="3545334" cy="3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www.Sparesphere.com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12724" y="7547560"/>
            <a:ext cx="4140368" cy="354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@Sparesphere.com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336</Words>
  <Application>Microsoft Office PowerPoint</Application>
  <PresentationFormat>Custom</PresentationFormat>
  <Paragraphs>83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Calibri</vt:lpstr>
      <vt:lpstr>Wingdings</vt:lpstr>
      <vt:lpstr>Poppins</vt:lpstr>
      <vt:lpstr>Arial</vt:lpstr>
      <vt:lpstr>Cosmic Octo Medium</vt:lpstr>
      <vt:lpstr>Poppins Bold</vt:lpstr>
      <vt:lpstr>HK Modular</vt:lpstr>
      <vt:lpstr>Poppins </vt:lpstr>
      <vt:lpstr>RQND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Futuristic Modern Tech Company Presentation</dc:title>
  <cp:lastModifiedBy>Nibal Z. Malaeb</cp:lastModifiedBy>
  <cp:revision>7</cp:revision>
  <dcterms:created xsi:type="dcterms:W3CDTF">2006-08-16T00:00:00Z</dcterms:created>
  <dcterms:modified xsi:type="dcterms:W3CDTF">2024-11-29T18:28:33Z</dcterms:modified>
  <dc:identifier>DAGXnPMviok</dc:identifier>
</cp:coreProperties>
</file>